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CYBERSECURITY AUTHORITY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Cybersecurity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– 2 : 2024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Domains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Subdomains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408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Subcontrols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ECC-2:2024?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minimum cybersecurity requirements for Saudi national entities to protect information and technology assets.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73152" cy="146304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agencies (ministries, authorities) and their affiliates, plus private sector entities with Critical National Infrastructure.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54680"/>
            <a:ext cx="73152" cy="146304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CIA triad (Confidentiality, Integrity, Availability) and four pillars: Strategy, People, Process, Technology.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54680"/>
            <a:ext cx="73152" cy="1463040"/>
          </a:xfrm>
          <a:prstGeom prst="rect">
            <a:avLst/>
          </a:prstGeom>
          <a:solidFill>
            <a:srgbClr val="B84A1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per Royal Decree. NCA monitors through self-assessment, periodic reports, and field auditing visits.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DOMAINS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ECC-2:2024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Subdomains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Controls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97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management, policies, roles, risk, project management, compliance, audit, HR, awareness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19659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Subdomains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Controls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3291840"/>
            <a:ext cx="1097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383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Assets, IAM, IS protection, email, network, mobile, data, crypto, backup, vuln mgmt, pen testing, logs, incidents, physical, web apps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19659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71600"/>
            <a:ext cx="1965960" cy="54864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Subdomain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Controls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1097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83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 management, disaster recovery, incident response for continuity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371600"/>
            <a:ext cx="19659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371600"/>
            <a:ext cx="1965960" cy="54864"/>
          </a:xfrm>
          <a:prstGeom prst="rect">
            <a:avLst/>
          </a:prstGeom>
          <a:solidFill>
            <a:srgbClr val="B84A1C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4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9516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&amp;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2743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Subdomains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Controls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95160" y="3291840"/>
            <a:ext cx="1097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3832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contracts/SLAs, cloud computing and hosting security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Subdomains  ·  35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Strategy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0574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0574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057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Procedures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0574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057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Responsibilities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7432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7432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432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Project Management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4290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34290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4592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Compliance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4290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Audit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41148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1520" y="41148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114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4592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11480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411480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4114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Training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Defense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Subdomains  ·  61 Controls  —  Largest Domain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Mgmt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Protection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029968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029968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0299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20299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Protection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029968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029968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0299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0" y="20299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029968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29968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02996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20299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688336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688336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6883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26883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688336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2688336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26883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0" y="26883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688336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688336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26883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26883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&amp; Recovery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346704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346704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33467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88720" y="3346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 Mgmt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91840" y="3346704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346704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33467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23360" y="3346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 Testing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346704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26480" y="3346704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52" name="Text 50"/>
          <p:cNvSpPr/>
          <p:nvPr/>
        </p:nvSpPr>
        <p:spPr>
          <a:xfrm>
            <a:off x="6263640" y="33467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3346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&amp; Monitoring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005072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7200" y="4005072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" y="40050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88720" y="40050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Mgmt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91840" y="4005072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291840" y="4005072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60" name="Text 58"/>
          <p:cNvSpPr/>
          <p:nvPr/>
        </p:nvSpPr>
        <p:spPr>
          <a:xfrm>
            <a:off x="3429000" y="40050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023360" y="40050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Security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26480" y="4005072"/>
            <a:ext cx="25603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26480" y="4005072"/>
            <a:ext cx="45720" cy="50292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64" name="Text 62"/>
          <p:cNvSpPr/>
          <p:nvPr/>
        </p:nvSpPr>
        <p:spPr>
          <a:xfrm>
            <a:off x="6263640" y="40050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0" y="40050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Security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109728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 Resilience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Subdomain  ·  4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  Business Continuity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3-1-1  Identify, document &amp; approve CS requirements for BCM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3-1-2  Implement CS requirements for BCM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3-1-3  Include: CS system continuity, incident response plans, DR plans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3-1-4  Periodically review CS requirements for BCM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0"/>
            <a:ext cx="4572000" cy="1097280"/>
          </a:xfrm>
          <a:prstGeom prst="rect">
            <a:avLst/>
          </a:prstGeom>
          <a:solidFill>
            <a:srgbClr val="B84A1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Third-Party &amp; Cloud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868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Subdomains  ·  8 Controls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371600"/>
            <a:ext cx="54864" cy="1005840"/>
          </a:xfrm>
          <a:prstGeom prst="rect">
            <a:avLst/>
          </a:prstGeom>
          <a:solidFill>
            <a:srgbClr val="B84A1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4-1  Third-Party Cybersecurity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SLAs, non-disclosure, risk assessments, CS managed service centers in KSA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560320"/>
            <a:ext cx="54864" cy="1005840"/>
          </a:xfrm>
          <a:prstGeom prst="rect">
            <a:avLst/>
          </a:prstGeom>
          <a:solidFill>
            <a:srgbClr val="B84A1C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4-2  Cloud Computing &amp; Hosting 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per classification, tenant environment separation, data return upon completion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from ECC-1:2018 to ECC-2:2024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ICS/OT Controls Moved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 (Industrial Control Systems) removed. Controls moved to dedicated OTCC framework.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Protection Added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sub-control 2-5-3-9 requiring protection against Distributed Denial of Service attacks.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MFA Requirements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requirements now include impact-based factor selection for remote and privileged access.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1460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Security Strengthened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880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SPF, DKIM, and DMARC validation for email domain protection.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5760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 Updated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aligned with classification levels; data localization transferred to NDMO.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3931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Workforce Mandate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cybersecurity positions (not just leadership) must be filled by qualified Saudi professionals.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54864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Assessment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current controls against ECC-2:2024 requirements. Identify non-compliant areas.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" cy="54864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Prioritization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gaps by risk severity. Prioritize critical and high-risk findings.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54864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action plans with owners, timelines, and resource allocation for each gap.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520440"/>
            <a:ext cx="54864" cy="548640"/>
          </a:xfrm>
          <a:prstGeom prst="rect">
            <a:avLst/>
          </a:prstGeom>
          <a:solidFill>
            <a:srgbClr val="B84A1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remediation. Deploy controls, update policies, conduct training programs.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20624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ongoing review cycles. Prepare for NCA assessment and field audits.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 Essential Cybersecurity Controls  ·  ECC-2:2024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 visit: nca.gov.sa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Domains  ·  28 Subdomains  ·  108 Controls  ·  92 Subcontrols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 ECC-2:2024 Overview</dc:title>
  <dc:subject>PptxGenJS Presentation</dc:subject>
  <dc:creator>Omar - Spark Consulting</dc:creator>
  <cp:lastModifiedBy>Omar - Spark Consulting</cp:lastModifiedBy>
  <cp:revision>1</cp:revision>
  <dcterms:created xsi:type="dcterms:W3CDTF">2026-02-11T08:55:47Z</dcterms:created>
  <dcterms:modified xsi:type="dcterms:W3CDTF">2026-02-11T08:55:47Z</dcterms:modified>
</cp:coreProperties>
</file>